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Инженер-проектировщик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профессии. Hard &amp; Soft skills. Карьера.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 РадиоШляпы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Кто такой инженер-проектировщик?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Инженер-проектировщик придумывает, как вещь будет работать,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рисует чертёж, по которому её сделают.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828800" y="2926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Проектирует — создаёт чертежи, схемы и 3D-модели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0" y="3566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Рассчитывает — нагрузки, материалы, прочность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28800" y="42062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Согласовывает — общается с заказчиком и командой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Skills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8288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AutoCAD / Компас-3D — Продвинутый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8288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Revit / ArchiCAD — Средний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8288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Инженерные расчёты — Средний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8288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Чтение и составление чертежей — Продвинутый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288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Нормативная документация (СП, ГОСТ) — Средний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288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MS Office / Google Docs — Продвинутый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82880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Основы BIM-технологий — Базовый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 Skills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8288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Аналитическое мышление — Продвинутый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8288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Коммуникация в команде — Средний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8288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Тайм-менеджмент — Средний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8288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Внимание к деталям — Продвинутый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288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Стрессоустойчивость — Средний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288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Умение принимать решения — Средний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82880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Находчивость и креативность — Базовый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Рабочие задачи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8288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Анализ требований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18288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Разработка документации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828800" y="2286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3D-моделирование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828800" y="2834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Расчёт конструкций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828800" y="33832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Координация с командой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82880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Контроль качества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828800" y="4480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Взаимодействие с надзорными органами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начать карьеру?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371600" y="13716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Учись на факультете (ПГС, архитектура, машиностроение)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371600" y="219456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Освой AutoCAD / Компас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1371600" y="301752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Найди стажировку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Собирай портфолио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Один день из жизни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371600" y="10972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08:30 — Приход, кофе, планирование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371600" y="1600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09:00 — Работа над проектом (AutoCAD, 3D)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71600" y="21031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11:00 — Совещание с заказчиком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260604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12:30 — Обед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3108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13:30 — Расчёты и спецификации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36118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15:00 — Согласование со смежниками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16:30 — Доработка документации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46177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18:00 — Конец рабочего дня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ЭР-Телеком Холдинг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Крупный российский телеком-холдинг.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Основан в 2001 году в Перми.</a:t>
            </a:r>
            <a:endParaRPr lang="en-US" sz="17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Бренд «ДОМ.РУ», 57 городов, ~18 000 сотрудников.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1828800" y="3474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Широкополосный интернет (до 1 Гбит/с)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828800" y="40690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Кабельное и цифровое ТВ (HD, 4K)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828800" y="4663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Корпоративные решения (IP-телефония, облака)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Команда РадиоШляпы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8288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Алабин Михаил — Лидер команды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828800" y="2011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Никитин Ярослав — Заместитель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8288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Дегтярёв Константин — Веб-разработчик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8288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Олег Бобылёв — Техническая часть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828800" y="3931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Кирилл Филиппов — Критик и тестировщик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10972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Спасибо за внимание!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34747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github.com/37Bantik/radiohats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Инженер-проектировщик: о профессии</dc:title>
  <dc:subject>PptxGenJS Presentation</dc:subject>
  <dc:creator>РадиоШляпы</dc:creator>
  <cp:lastModifiedBy>РадиоШляпы</cp:lastModifiedBy>
  <cp:revision>1</cp:revision>
  <dcterms:created xsi:type="dcterms:W3CDTF">2026-07-07T08:45:37Z</dcterms:created>
  <dcterms:modified xsi:type="dcterms:W3CDTF">2026-07-07T08:45:37Z</dcterms:modified>
</cp:coreProperties>
</file>